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6" r:id="rId17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m_white_r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8366760" y="397764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FRANCISCO DE PAULA SANTANDER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Integrador II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 de Control de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Inventario del FabLab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trazabilidad de activos mediante tecnología DataMatrix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489204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69000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3218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Sneider Portillo Mora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Cód. 1152497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8704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Llanos Castañeda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Cód. 1152462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Planteamiento del problema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FabLab administra maquinaria, mobiliario, componentes electrónicos de microescala e insumos consumibles usando hojas de cálculo (Excel), un método que ya no soporta la operación diaria.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788920"/>
            <a:ext cx="640080" cy="64008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8" name="Image 1" descr="icons/search_9900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352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Falta de trazabilidad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difícil rastrear la ubicación real de los elementos al moverse entre salas.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502152" y="25146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58184" y="2788920"/>
            <a:ext cx="640080" cy="64008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13" name="Image 2" descr="icons/tools_9900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93522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30752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Proceso manual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730752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e inspección manual consume tiempo y es propenso a errores.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64224" y="25146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20256" y="2788920"/>
            <a:ext cx="640080" cy="64008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18" name="Image 3" descr="icons/microchip_9900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9352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92824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Componentes diminutos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592824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Microcontroladores, sensores y pasivos no se pueden rotular en superficies mínimas.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226296" y="25146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82328" y="2788920"/>
            <a:ext cx="640080" cy="64008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23" name="Image 4" descr="icons/warning_990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93522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454896" y="36118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Riesgo de pérdida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454896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locales duplicados, sobrescritos o desactualizados descentralizan la información.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METODOLÓGICA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Objetivos del proyecto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9900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93852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un aplicativo móvil/web integrado a una base de datos desplegada para la gestión, control e identificación automatizada del inventario del FabLab mediante tecnología DataMatrix.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CD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508760" y="3337560"/>
            <a:ext cx="0" cy="685800"/>
          </a:xfrm>
          <a:prstGeom prst="line">
            <a:avLst/>
          </a:prstGeom>
          <a:noFill/>
          <a:ln w="19050">
            <a:solidFill>
              <a:srgbClr val="EFD9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37360" y="329184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desplegar la arquitectura de datos centralizada en la nube, migrando la información existente en Excel hacia una base de datos relacional.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251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CD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508760" y="4297680"/>
            <a:ext cx="0" cy="685800"/>
          </a:xfrm>
          <a:prstGeom prst="line">
            <a:avLst/>
          </a:prstGeom>
          <a:noFill/>
          <a:ln w="19050">
            <a:solidFill>
              <a:srgbClr val="EFD9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37360" y="42519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aplicativo móvil y web con un módulo de lectura y generación de códigos DataMatrix para capturar en tiempo real estados y variaciones de stock.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CD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1508760" y="5257800"/>
            <a:ext cx="0" cy="685800"/>
          </a:xfrm>
          <a:prstGeom prst="line">
            <a:avLst/>
          </a:prstGeom>
          <a:noFill/>
          <a:ln w="19050">
            <a:solidFill>
              <a:srgbClr val="EFD9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37360" y="521208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gestión espacial y trazabilidad: administración de salas, traslado de recursos y registro histórico de movimientos.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Justificación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moderniza la infraestructura operativa del FabLab hacia los estándares de la Industria 4.0.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1" descr="icons/microchip_FCF6F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3042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Efectividad operativa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22860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DataMatrix codifica gran volumen de información en un área bidimensional muy pequeña, ideal para etiquetar componentes electrónicos finos donde el código de barras o el QR resultan inviables por espacio.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2" descr="icons/database_FCF6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6791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36758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Integridad de datos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669280" y="36576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Excel a una base de datos relacional centralizada garantiza concurrencia de usuarios, persistencia y eliminación de duplicados.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507492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3" descr="icons/warehouse_FCF6F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23951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1640" y="50474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Optimización del laboratorio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66928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tiempo real del stock crítico para reposición y agilidad en auditorías o revisiones de activos desde el dispositivo móvil.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Alcances y limitaciones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9900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2295144"/>
            <a:ext cx="91440" cy="9144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213055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multidispositivo: módulo móvil de escaneo y módulo web de administración global.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28416"/>
            <a:ext cx="91440" cy="9144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16382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DataMatrix: lectura por cámara y generación/exportación de códigos vectorizados.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361688"/>
            <a:ext cx="91440" cy="9144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197096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espacios y categorías: mapa de salas, reubicación e historial de traslados.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5394960"/>
            <a:ext cx="91440" cy="9144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523036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masiva: carga inicial de datos desde los registros actuales en Excel.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46520" y="229514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75120" y="21305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impresión: el software entrega el vector listo, pero la impresión física depende del equipo disponible en el laboratorio.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46520" y="359359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0" y="34290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Conectividad: el flujo en tiempo real requiere red local o internet para sincronizar la base de datos en la nube.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46520" y="489204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75120" y="4727448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proveedores: no se automatizan órdenes de compra; solo se emiten alertas y reportes internos de reabastecimiento.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Stack tecnológico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377440"/>
            <a:ext cx="342900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Shape 5"/>
          <p:cNvSpPr/>
          <p:nvPr/>
        </p:nvSpPr>
        <p:spPr>
          <a:xfrm>
            <a:off x="1897380" y="2011680"/>
            <a:ext cx="914400" cy="9144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1" descr="icons/mobile_9900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Native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023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multiplataforma con acceso nativo a la cámara para el escaneo fluido de códigos DataMatrix.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61688" y="169164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61688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/>
        </p:spPr>
      </p:sp>
      <p:sp>
        <p:nvSpPr>
          <p:cNvPr id="15" name="Shape 11"/>
          <p:cNvSpPr/>
          <p:nvPr/>
        </p:nvSpPr>
        <p:spPr>
          <a:xfrm>
            <a:off x="4361688" y="2377440"/>
            <a:ext cx="342900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Shape 12"/>
          <p:cNvSpPr/>
          <p:nvPr/>
        </p:nvSpPr>
        <p:spPr>
          <a:xfrm>
            <a:off x="5618988" y="2011680"/>
            <a:ext cx="914400" cy="9144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7" name="Image 2" descr="icons/laptop_9900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1945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61688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361688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REST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636008" y="4023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autenticación, transacciones y migración de datos vía servicios REST seguros.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83296" y="169164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83296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/>
        </p:spPr>
      </p:sp>
      <p:sp>
        <p:nvSpPr>
          <p:cNvPr id="23" name="Shape 18"/>
          <p:cNvSpPr/>
          <p:nvPr/>
        </p:nvSpPr>
        <p:spPr>
          <a:xfrm>
            <a:off x="8083296" y="2377440"/>
            <a:ext cx="342900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4" name="Shape 19"/>
          <p:cNvSpPr/>
          <p:nvPr/>
        </p:nvSpPr>
        <p:spPr>
          <a:xfrm>
            <a:off x="9340596" y="2011680"/>
            <a:ext cx="914400" cy="9144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5" name="Image 3" descr="icons/database_9900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476" y="21945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83296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MySQL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8083296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8357616" y="4023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 en la nube para integridad referencial y persistencia centralizada de stock y salas.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FUNCIONALES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Módulo móvil y módulo web</a:t>
            </a:r>
            <a:endParaRPr lang="en-US" sz="3000" dirty="0"/>
          </a:p>
        </p:txBody>
      </p:sp>
      <p:pic>
        <p:nvPicPr>
          <p:cNvPr id="4" name="Image 0" descr="icons/dm_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BE7E9"/>
          </a:solidFill>
          <a:ln/>
        </p:spPr>
      </p:sp>
      <p:pic>
        <p:nvPicPr>
          <p:cNvPr id="6" name="Image 1" descr="icons/mobile_9900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56232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Módulo móvil — Operación en campo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2" descr="icons/barcode_FCF6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70048"/>
            <a:ext cx="283464" cy="2834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24871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DataMatrix: ficha técnica, ubicación y estado al instante.</a:t>
            </a:r>
            <a:endParaRPr lang="en-US" sz="1180" dirty="0"/>
          </a:p>
        </p:txBody>
      </p:sp>
      <p:sp>
        <p:nvSpPr>
          <p:cNvPr id="11" name="Shape 6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3" descr="icons/clipboard_FCF6F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566160"/>
            <a:ext cx="283464" cy="28346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00200" y="33832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impresión: alta de elementos y exportación del código vectorizado.</a:t>
            </a:r>
            <a:endParaRPr lang="en-US" sz="1180" dirty="0"/>
          </a:p>
        </p:txBody>
      </p:sp>
      <p:sp>
        <p:nvSpPr>
          <p:cNvPr id="14" name="Shape 8"/>
          <p:cNvSpPr/>
          <p:nvPr/>
        </p:nvSpPr>
        <p:spPr>
          <a:xfrm>
            <a:off x="914400" y="4352544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4" descr="icons/box_FCF6F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62272"/>
            <a:ext cx="283464" cy="28346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600200" y="42793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stock: entradas, salidas y consumo de materiales.</a:t>
            </a:r>
            <a:endParaRPr lang="en-US" sz="1180" dirty="0"/>
          </a:p>
        </p:txBody>
      </p:sp>
      <p:sp>
        <p:nvSpPr>
          <p:cNvPr id="17" name="Shape 10"/>
          <p:cNvSpPr/>
          <p:nvPr/>
        </p:nvSpPr>
        <p:spPr>
          <a:xfrm>
            <a:off x="914400" y="524865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5" descr="icons/exchange_FCF6F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358384"/>
            <a:ext cx="283464" cy="28346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600200" y="517550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estado y ubicación en tiempo real (operativo, mantenimiento, dañado).</a:t>
            </a:r>
            <a:endParaRPr lang="en-US" sz="1180" dirty="0"/>
          </a:p>
        </p:txBody>
      </p:sp>
      <p:sp>
        <p:nvSpPr>
          <p:cNvPr id="20" name="Shape 12"/>
          <p:cNvSpPr/>
          <p:nvPr/>
        </p:nvSpPr>
        <p:spPr>
          <a:xfrm>
            <a:off x="6172200" y="160020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FD9DB"/>
            </a:solidFill>
            <a:prstDash val="solid"/>
          </a:ln>
        </p:spPr>
      </p:sp>
      <p:pic>
        <p:nvPicPr>
          <p:cNvPr id="21" name="Image 6" descr="icons/laptop_99001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1856232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3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Módulo web — Gestión y control</a:t>
            </a:r>
            <a:endParaRPr lang="en-US" sz="1550" dirty="0"/>
          </a:p>
        </p:txBody>
      </p:sp>
      <p:sp>
        <p:nvSpPr>
          <p:cNvPr id="23" name="Shape 14"/>
          <p:cNvSpPr/>
          <p:nvPr/>
        </p:nvSpPr>
        <p:spPr>
          <a:xfrm>
            <a:off x="6446520" y="2560320"/>
            <a:ext cx="502920" cy="50292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24" name="Image 7" descr="icons/sitemap_99001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2670048"/>
            <a:ext cx="283464" cy="28346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132320" y="2487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salas: alta, baja y edición de la estructura de salones y áreas.</a:t>
            </a:r>
            <a:endParaRPr lang="en-US" sz="1180" dirty="0"/>
          </a:p>
        </p:txBody>
      </p:sp>
      <p:sp>
        <p:nvSpPr>
          <p:cNvPr id="26" name="Shape 16"/>
          <p:cNvSpPr/>
          <p:nvPr/>
        </p:nvSpPr>
        <p:spPr>
          <a:xfrm>
            <a:off x="6446520" y="3456432"/>
            <a:ext cx="502920" cy="50292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27" name="Image 8" descr="icons/database_99001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566160"/>
            <a:ext cx="283464" cy="28346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132320" y="3383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masiva: carga e importación de los archivos Excel preexistentes.</a:t>
            </a:r>
            <a:endParaRPr lang="en-US" sz="1180" dirty="0"/>
          </a:p>
        </p:txBody>
      </p:sp>
      <p:sp>
        <p:nvSpPr>
          <p:cNvPr id="29" name="Shape 18"/>
          <p:cNvSpPr/>
          <p:nvPr/>
        </p:nvSpPr>
        <p:spPr>
          <a:xfrm>
            <a:off x="6446520" y="4352544"/>
            <a:ext cx="502920" cy="502920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30" name="Image 9" descr="icons/search_99001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462272"/>
            <a:ext cx="283464" cy="283464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132320" y="42793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histórico de movimientos entre salas y auditoría de cambios.</a:t>
            </a:r>
            <a:endParaRPr lang="en-US" sz="1180" dirty="0"/>
          </a:p>
        </p:txBody>
      </p:sp>
      <p:sp>
        <p:nvSpPr>
          <p:cNvPr id="32" name="Text 20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Calibri"/>
              </a:rPr>
              <a:t>AVANCE DEL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315"/>
                </a:solidFill>
                <a:latin typeface="Bookman Old Style"/>
              </a:rPr>
              <a:t>Interfaz móvil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0000"/>
            <a:ext cx="10881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5A5B"/>
                </a:solidFill>
                <a:latin typeface="Calibri"/>
              </a:rPr>
              <a:t>Registro de elementos: pantalla de inicio, alta de un elemento y generación del código DataMatrix.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5A5B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0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icrop-01-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000" y="2508292"/>
            <a:ext cx="2615500" cy="3051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00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5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icrop-02-add-pan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717" y="1860000"/>
            <a:ext cx="2029066" cy="434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555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Agregar elemento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0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icrop-04-add-sav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217" y="1860000"/>
            <a:ext cx="2029066" cy="434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10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DataMatrix generado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5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icrop-05-scan-pa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6500" y="1975851"/>
            <a:ext cx="2615500" cy="41162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665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Escaneo por cámara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Calibri"/>
              </a:rPr>
              <a:t>AVANCE DEL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315"/>
                </a:solidFill>
                <a:latin typeface="Bookman Old Style"/>
              </a:rPr>
              <a:t>Interfaz móvil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0000"/>
            <a:ext cx="10881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5A5B"/>
                </a:solidFill>
                <a:latin typeface="Calibri"/>
              </a:rPr>
              <a:t>Consulta del inventario: búsqueda, listado por sala, detalle y ficha con foto del elemento.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5A5B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0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icrop-06-search-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17" y="1860000"/>
            <a:ext cx="2029066" cy="43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00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Búsqueda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5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icrop-07-inventario-roo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717" y="1860000"/>
            <a:ext cx="2029066" cy="434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555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Inventario por sala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0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icrop-08-sala-det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1000" y="3211986"/>
            <a:ext cx="2615500" cy="16440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10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Detalle de sala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500" y="1780000"/>
            <a:ext cx="2775500" cy="4828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icrop-09-sala-modal-pho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717" y="1860000"/>
            <a:ext cx="2029066" cy="434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66500" y="6288000"/>
            <a:ext cx="27755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1315"/>
                </a:solidFill>
                <a:latin typeface="Calibri"/>
              </a:rPr>
              <a:t>Ficha del elemento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m_white_r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0058400" y="-68580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MIGRACIÓN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21792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Excel a una arquitectura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escalable en la nube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69000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2743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B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Ingesta de datos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de los registros actuales en Excel hacia la base de datos relacional.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25146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69000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36008" y="2743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B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636008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Migración estructurada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36008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y validación de la información en MySQL desplegado en la nube.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83296" y="25146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69000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57616" y="2743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B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8357616" y="3657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57616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de usuarios, persistencia e histórico de movimientos entre salas.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Francisco de Paula Santander  ·  Seminario Integrador 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2026-09-07T02:02:09Z</dcterms:created>
  <dcterms:modified xsi:type="dcterms:W3CDTF">2026-09-07T02:02:09Z</dcterms:modified>
</cp:coreProperties>
</file>